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66725" cy="5148263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Navbar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62088" y="1343025"/>
            <a:ext cx="6948488" cy="1119188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Carousel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71613" y="2976563"/>
            <a:ext cx="2343150" cy="1557338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Leírás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05550" y="3028950"/>
            <a:ext cx="2105025" cy="1504950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Könyvajánló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29063" y="557213"/>
            <a:ext cx="255746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Bookflow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19100" cy="5138738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Navbar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57513" y="1666875"/>
            <a:ext cx="3224213" cy="2176463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Login / Register Form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24000" y="400050"/>
            <a:ext cx="6553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Bejelentkezés / Regisztráció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" cy="5153025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Navbar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47825" y="1452563"/>
            <a:ext cx="1171575" cy="1752600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Könyvek felsorolva Cardokban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33713" y="1452563"/>
            <a:ext cx="1171575" cy="1752600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Könyvek felsorolva Cardokban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19600" y="1452563"/>
            <a:ext cx="1171575" cy="1752600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Könyvek felsorolva Cardokban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05488" y="1471613"/>
            <a:ext cx="1171575" cy="1752600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Könyvek felsorolva Cardokban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91375" y="1471613"/>
            <a:ext cx="1171575" cy="1752600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Könyvek felsorolva Cardokban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90925" y="528638"/>
            <a:ext cx="2414588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Könyvtár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33388" cy="5133975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Navbar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90800" y="1714500"/>
            <a:ext cx="3962400" cy="1995487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Kölcsönzés form ahol meg tudja adni a kölcsönzés időtartalmát, melyik könyvet kölcsönzi ki és ha nincs bejelentkezve a Form helyett egy szöveg jelenik meg, hogy (Kölcsönzéshez kérem jelentkezzen be)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19463" y="609600"/>
            <a:ext cx="295275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Kölcsönzés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81012" cy="5162550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Navbar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00300" y="1533525"/>
            <a:ext cx="4291013" cy="804863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Miért jött létre a Bookflows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14588" y="2676525"/>
            <a:ext cx="4276725" cy="1052513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További elérhetőségek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57613" y="609600"/>
            <a:ext cx="208121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Rólunk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95300" cy="5124450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Navbar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09863" y="1771650"/>
            <a:ext cx="3795713" cy="1957388"/>
          </a:xfrm>
          <a:prstGeom prst="rect">
            <a:avLst/>
          </a:prstGeom>
          <a:solidFill>
            <a:srgbClr val="6A69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Felvétel form, ahol fel tud vinni az admin könyveket kategória alapján, címet megadva és szerzőt megadva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62387" y="609600"/>
            <a:ext cx="187166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2025-11-11T05:58:57Z</dcterms:created>
  <dcterms:modified xsi:type="dcterms:W3CDTF">2025-11-11T05:58:57Z</dcterms:modified>
</cp:coreProperties>
</file>